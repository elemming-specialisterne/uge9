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B7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87FBA92-ED4B-40A4-94CB-1DBBF3ED2488}" type="doc">
      <dgm:prSet loTypeId="urn:microsoft.com/office/officeart/2005/8/layout/vList5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F30AAE37-52CF-4806-98B6-663EAC3D20E3}">
      <dgm:prSet/>
      <dgm:spPr/>
      <dgm:t>
        <a:bodyPr/>
        <a:lstStyle/>
        <a:p>
          <a:r>
            <a:rPr lang="da-DK" noProof="0" dirty="0"/>
            <a:t>Opgave</a:t>
          </a:r>
        </a:p>
      </dgm:t>
    </dgm:pt>
    <dgm:pt modelId="{64D6DEED-CC93-41D7-8F35-0A42586B7BFF}" type="parTrans" cxnId="{760D28C6-CC93-453F-AE5B-27E2FD824ED9}">
      <dgm:prSet/>
      <dgm:spPr/>
      <dgm:t>
        <a:bodyPr/>
        <a:lstStyle/>
        <a:p>
          <a:endParaRPr lang="en-US"/>
        </a:p>
      </dgm:t>
    </dgm:pt>
    <dgm:pt modelId="{521872D6-C923-4E39-B97B-D95AEA81186D}" type="sibTrans" cxnId="{760D28C6-CC93-453F-AE5B-27E2FD824ED9}">
      <dgm:prSet/>
      <dgm:spPr/>
      <dgm:t>
        <a:bodyPr/>
        <a:lstStyle/>
        <a:p>
          <a:endParaRPr lang="en-US"/>
        </a:p>
      </dgm:t>
    </dgm:pt>
    <dgm:pt modelId="{9983BDB8-CCF2-479A-A565-4FC99E53B452}">
      <dgm:prSet/>
      <dgm:spPr/>
      <dgm:t>
        <a:bodyPr/>
        <a:lstStyle/>
        <a:p>
          <a:r>
            <a:rPr lang="da-DK" noProof="0" dirty="0"/>
            <a:t>Stream flow</a:t>
          </a:r>
        </a:p>
      </dgm:t>
    </dgm:pt>
    <dgm:pt modelId="{2082C849-3E27-444C-87B1-3E0D916BE719}" type="parTrans" cxnId="{17E002AE-DF77-4961-8CF3-8222B3362C29}">
      <dgm:prSet/>
      <dgm:spPr/>
      <dgm:t>
        <a:bodyPr/>
        <a:lstStyle/>
        <a:p>
          <a:endParaRPr lang="en-US"/>
        </a:p>
      </dgm:t>
    </dgm:pt>
    <dgm:pt modelId="{0DFD9C16-C5A0-44BC-B61A-4BDB049C4B90}" type="sibTrans" cxnId="{17E002AE-DF77-4961-8CF3-8222B3362C29}">
      <dgm:prSet/>
      <dgm:spPr/>
      <dgm:t>
        <a:bodyPr/>
        <a:lstStyle/>
        <a:p>
          <a:endParaRPr lang="en-US"/>
        </a:p>
      </dgm:t>
    </dgm:pt>
    <dgm:pt modelId="{C4AF0FE4-63D1-48DF-A748-684DCBDFA1F9}">
      <dgm:prSet/>
      <dgm:spPr/>
      <dgm:t>
        <a:bodyPr/>
        <a:lstStyle/>
        <a:p>
          <a:r>
            <a:rPr lang="da-DK" noProof="0" dirty="0"/>
            <a:t>Tal </a:t>
          </a:r>
          <a:r>
            <a:rPr lang="en-GB" noProof="0" dirty="0" err="1"/>
            <a:t>formatering</a:t>
          </a:r>
          <a:endParaRPr lang="da-DK" noProof="0" dirty="0"/>
        </a:p>
      </dgm:t>
    </dgm:pt>
    <dgm:pt modelId="{653B7086-075F-4772-A45C-2D583E851925}" type="parTrans" cxnId="{6080B099-4A11-4FEF-9803-1AB44733E89E}">
      <dgm:prSet/>
      <dgm:spPr/>
      <dgm:t>
        <a:bodyPr/>
        <a:lstStyle/>
        <a:p>
          <a:endParaRPr lang="en-US"/>
        </a:p>
      </dgm:t>
    </dgm:pt>
    <dgm:pt modelId="{42BF535C-DE1A-4079-9878-C70D227A6A91}" type="sibTrans" cxnId="{6080B099-4A11-4FEF-9803-1AB44733E89E}">
      <dgm:prSet/>
      <dgm:spPr/>
      <dgm:t>
        <a:bodyPr/>
        <a:lstStyle/>
        <a:p>
          <a:endParaRPr lang="en-US"/>
        </a:p>
      </dgm:t>
    </dgm:pt>
    <dgm:pt modelId="{42E103A5-7BD0-477E-B876-7D6F70171F41}" type="pres">
      <dgm:prSet presAssocID="{A87FBA92-ED4B-40A4-94CB-1DBBF3ED2488}" presName="Name0" presStyleCnt="0">
        <dgm:presLayoutVars>
          <dgm:dir/>
          <dgm:animLvl val="lvl"/>
          <dgm:resizeHandles val="exact"/>
        </dgm:presLayoutVars>
      </dgm:prSet>
      <dgm:spPr/>
    </dgm:pt>
    <dgm:pt modelId="{CA6EE7D1-6A59-4BAA-BFC5-015D5B83DBA2}" type="pres">
      <dgm:prSet presAssocID="{F30AAE37-52CF-4806-98B6-663EAC3D20E3}" presName="linNode" presStyleCnt="0"/>
      <dgm:spPr/>
    </dgm:pt>
    <dgm:pt modelId="{B4AFB6EF-7067-4C01-87C6-1F932FAC6E17}" type="pres">
      <dgm:prSet presAssocID="{F30AAE37-52CF-4806-98B6-663EAC3D20E3}" presName="parentText" presStyleLbl="node1" presStyleIdx="0" presStyleCnt="3" custScaleX="207303">
        <dgm:presLayoutVars>
          <dgm:chMax val="1"/>
          <dgm:bulletEnabled val="1"/>
        </dgm:presLayoutVars>
      </dgm:prSet>
      <dgm:spPr/>
    </dgm:pt>
    <dgm:pt modelId="{1DECA4F8-D209-4908-BEDA-98747896A6EA}" type="pres">
      <dgm:prSet presAssocID="{521872D6-C923-4E39-B97B-D95AEA81186D}" presName="sp" presStyleCnt="0"/>
      <dgm:spPr/>
    </dgm:pt>
    <dgm:pt modelId="{3BFB8E98-5E4F-43F4-A264-4492FCF216EA}" type="pres">
      <dgm:prSet presAssocID="{9983BDB8-CCF2-479A-A565-4FC99E53B452}" presName="linNode" presStyleCnt="0"/>
      <dgm:spPr/>
    </dgm:pt>
    <dgm:pt modelId="{37ED1588-FF47-4045-941A-FC396CB5F28C}" type="pres">
      <dgm:prSet presAssocID="{9983BDB8-CCF2-479A-A565-4FC99E53B452}" presName="parentText" presStyleLbl="node1" presStyleIdx="1" presStyleCnt="3" custScaleX="207861">
        <dgm:presLayoutVars>
          <dgm:chMax val="1"/>
          <dgm:bulletEnabled val="1"/>
        </dgm:presLayoutVars>
      </dgm:prSet>
      <dgm:spPr/>
    </dgm:pt>
    <dgm:pt modelId="{712A0C0D-896E-4201-B55A-BA7797098309}" type="pres">
      <dgm:prSet presAssocID="{0DFD9C16-C5A0-44BC-B61A-4BDB049C4B90}" presName="sp" presStyleCnt="0"/>
      <dgm:spPr/>
    </dgm:pt>
    <dgm:pt modelId="{2326805C-EF37-44B2-993A-F231300FE4EE}" type="pres">
      <dgm:prSet presAssocID="{C4AF0FE4-63D1-48DF-A748-684DCBDFA1F9}" presName="linNode" presStyleCnt="0"/>
      <dgm:spPr/>
    </dgm:pt>
    <dgm:pt modelId="{5E47D8EA-E629-44A3-8AA7-6400BD4ECD27}" type="pres">
      <dgm:prSet presAssocID="{C4AF0FE4-63D1-48DF-A748-684DCBDFA1F9}" presName="parentText" presStyleLbl="node1" presStyleIdx="2" presStyleCnt="3" custScaleX="209037">
        <dgm:presLayoutVars>
          <dgm:chMax val="1"/>
          <dgm:bulletEnabled val="1"/>
        </dgm:presLayoutVars>
      </dgm:prSet>
      <dgm:spPr/>
    </dgm:pt>
  </dgm:ptLst>
  <dgm:cxnLst>
    <dgm:cxn modelId="{8133E23C-CD7D-4746-8BCD-22448B82E4C3}" type="presOf" srcId="{A87FBA92-ED4B-40A4-94CB-1DBBF3ED2488}" destId="{42E103A5-7BD0-477E-B876-7D6F70171F41}" srcOrd="0" destOrd="0" presId="urn:microsoft.com/office/officeart/2005/8/layout/vList5"/>
    <dgm:cxn modelId="{3FA8F642-42E4-43B6-B46E-D4C043126619}" type="presOf" srcId="{C4AF0FE4-63D1-48DF-A748-684DCBDFA1F9}" destId="{5E47D8EA-E629-44A3-8AA7-6400BD4ECD27}" srcOrd="0" destOrd="0" presId="urn:microsoft.com/office/officeart/2005/8/layout/vList5"/>
    <dgm:cxn modelId="{B3C4FA56-DBAB-4259-AB40-9E82BD84BCC3}" type="presOf" srcId="{9983BDB8-CCF2-479A-A565-4FC99E53B452}" destId="{37ED1588-FF47-4045-941A-FC396CB5F28C}" srcOrd="0" destOrd="0" presId="urn:microsoft.com/office/officeart/2005/8/layout/vList5"/>
    <dgm:cxn modelId="{6080B099-4A11-4FEF-9803-1AB44733E89E}" srcId="{A87FBA92-ED4B-40A4-94CB-1DBBF3ED2488}" destId="{C4AF0FE4-63D1-48DF-A748-684DCBDFA1F9}" srcOrd="2" destOrd="0" parTransId="{653B7086-075F-4772-A45C-2D583E851925}" sibTransId="{42BF535C-DE1A-4079-9878-C70D227A6A91}"/>
    <dgm:cxn modelId="{17E002AE-DF77-4961-8CF3-8222B3362C29}" srcId="{A87FBA92-ED4B-40A4-94CB-1DBBF3ED2488}" destId="{9983BDB8-CCF2-479A-A565-4FC99E53B452}" srcOrd="1" destOrd="0" parTransId="{2082C849-3E27-444C-87B1-3E0D916BE719}" sibTransId="{0DFD9C16-C5A0-44BC-B61A-4BDB049C4B90}"/>
    <dgm:cxn modelId="{E7861BB3-AC2D-49B1-9364-F4B566AD7925}" type="presOf" srcId="{F30AAE37-52CF-4806-98B6-663EAC3D20E3}" destId="{B4AFB6EF-7067-4C01-87C6-1F932FAC6E17}" srcOrd="0" destOrd="0" presId="urn:microsoft.com/office/officeart/2005/8/layout/vList5"/>
    <dgm:cxn modelId="{760D28C6-CC93-453F-AE5B-27E2FD824ED9}" srcId="{A87FBA92-ED4B-40A4-94CB-1DBBF3ED2488}" destId="{F30AAE37-52CF-4806-98B6-663EAC3D20E3}" srcOrd="0" destOrd="0" parTransId="{64D6DEED-CC93-41D7-8F35-0A42586B7BFF}" sibTransId="{521872D6-C923-4E39-B97B-D95AEA81186D}"/>
    <dgm:cxn modelId="{B76AF11B-BC02-40D5-9E48-A22FDD61BCE8}" type="presParOf" srcId="{42E103A5-7BD0-477E-B876-7D6F70171F41}" destId="{CA6EE7D1-6A59-4BAA-BFC5-015D5B83DBA2}" srcOrd="0" destOrd="0" presId="urn:microsoft.com/office/officeart/2005/8/layout/vList5"/>
    <dgm:cxn modelId="{934B7E21-26FA-4D5F-B1B8-5BC2F7E6AE7D}" type="presParOf" srcId="{CA6EE7D1-6A59-4BAA-BFC5-015D5B83DBA2}" destId="{B4AFB6EF-7067-4C01-87C6-1F932FAC6E17}" srcOrd="0" destOrd="0" presId="urn:microsoft.com/office/officeart/2005/8/layout/vList5"/>
    <dgm:cxn modelId="{53382569-A6D2-45DD-9F67-163D574C0376}" type="presParOf" srcId="{42E103A5-7BD0-477E-B876-7D6F70171F41}" destId="{1DECA4F8-D209-4908-BEDA-98747896A6EA}" srcOrd="1" destOrd="0" presId="urn:microsoft.com/office/officeart/2005/8/layout/vList5"/>
    <dgm:cxn modelId="{2DBBBCAB-544C-49CE-BCF3-EC1F52611CC1}" type="presParOf" srcId="{42E103A5-7BD0-477E-B876-7D6F70171F41}" destId="{3BFB8E98-5E4F-43F4-A264-4492FCF216EA}" srcOrd="2" destOrd="0" presId="urn:microsoft.com/office/officeart/2005/8/layout/vList5"/>
    <dgm:cxn modelId="{D747A37A-ECFD-4D95-8F43-6DB96D18858D}" type="presParOf" srcId="{3BFB8E98-5E4F-43F4-A264-4492FCF216EA}" destId="{37ED1588-FF47-4045-941A-FC396CB5F28C}" srcOrd="0" destOrd="0" presId="urn:microsoft.com/office/officeart/2005/8/layout/vList5"/>
    <dgm:cxn modelId="{4967A6D9-82FC-401D-AB9C-48DFE454E98D}" type="presParOf" srcId="{42E103A5-7BD0-477E-B876-7D6F70171F41}" destId="{712A0C0D-896E-4201-B55A-BA7797098309}" srcOrd="3" destOrd="0" presId="urn:microsoft.com/office/officeart/2005/8/layout/vList5"/>
    <dgm:cxn modelId="{96AB16A9-55A1-4237-AEF2-4AD72CD23386}" type="presParOf" srcId="{42E103A5-7BD0-477E-B876-7D6F70171F41}" destId="{2326805C-EF37-44B2-993A-F231300FE4EE}" srcOrd="4" destOrd="0" presId="urn:microsoft.com/office/officeart/2005/8/layout/vList5"/>
    <dgm:cxn modelId="{17695855-E511-4A4B-8609-80AE05CF1ADF}" type="presParOf" srcId="{2326805C-EF37-44B2-993A-F231300FE4EE}" destId="{5E47D8EA-E629-44A3-8AA7-6400BD4ECD27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C35CFAB-EC2B-40CC-8DF7-353764351072}" type="doc">
      <dgm:prSet loTypeId="urn:microsoft.com/office/officeart/2005/8/layout/vList5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5DCB061E-1E85-40F5-B4A1-6DC2DD16F800}">
      <dgm:prSet/>
      <dgm:spPr/>
      <dgm:t>
        <a:bodyPr/>
        <a:lstStyle/>
        <a:p>
          <a:r>
            <a:rPr lang="da-DK" noProof="0" dirty="0"/>
            <a:t>Opgave 10</a:t>
          </a:r>
        </a:p>
      </dgm:t>
    </dgm:pt>
    <dgm:pt modelId="{8AA321AB-9D1B-4B8B-A8EC-FA89034CCA11}" type="parTrans" cxnId="{2C0C2C96-E301-4D17-B0DE-54CDBCF276B9}">
      <dgm:prSet/>
      <dgm:spPr/>
      <dgm:t>
        <a:bodyPr/>
        <a:lstStyle/>
        <a:p>
          <a:endParaRPr lang="en-US"/>
        </a:p>
      </dgm:t>
    </dgm:pt>
    <dgm:pt modelId="{593B3E60-A22A-4B2F-9569-13DC38F6949E}" type="sibTrans" cxnId="{2C0C2C96-E301-4D17-B0DE-54CDBCF276B9}">
      <dgm:prSet/>
      <dgm:spPr/>
      <dgm:t>
        <a:bodyPr/>
        <a:lstStyle/>
        <a:p>
          <a:endParaRPr lang="en-US"/>
        </a:p>
      </dgm:t>
    </dgm:pt>
    <dgm:pt modelId="{FC578353-F9E7-4CA6-85E6-F99CD8A5E74C}">
      <dgm:prSet/>
      <dgm:spPr/>
      <dgm:t>
        <a:bodyPr/>
        <a:lstStyle/>
        <a:p>
          <a:r>
            <a:rPr lang="da-DK" noProof="0" dirty="0"/>
            <a:t>Kontoudskrift</a:t>
          </a:r>
        </a:p>
      </dgm:t>
    </dgm:pt>
    <dgm:pt modelId="{B6350836-2D11-468B-9B64-307CF56CC85E}" type="parTrans" cxnId="{3540021C-FB87-417E-B90F-3B7552705004}">
      <dgm:prSet/>
      <dgm:spPr/>
      <dgm:t>
        <a:bodyPr/>
        <a:lstStyle/>
        <a:p>
          <a:endParaRPr lang="en-US"/>
        </a:p>
      </dgm:t>
    </dgm:pt>
    <dgm:pt modelId="{0C8316AB-F8D8-4E4E-B738-B3AC8A631D1E}" type="sibTrans" cxnId="{3540021C-FB87-417E-B90F-3B7552705004}">
      <dgm:prSet/>
      <dgm:spPr/>
      <dgm:t>
        <a:bodyPr/>
        <a:lstStyle/>
        <a:p>
          <a:endParaRPr lang="en-US"/>
        </a:p>
      </dgm:t>
    </dgm:pt>
    <dgm:pt modelId="{00641C3A-6336-4B28-B6DA-C75C5942EFC6}">
      <dgm:prSet/>
      <dgm:spPr/>
      <dgm:t>
        <a:bodyPr/>
        <a:lstStyle/>
        <a:p>
          <a:r>
            <a:rPr lang="da-DK" noProof="0" dirty="0"/>
            <a:t>Opgave 11</a:t>
          </a:r>
        </a:p>
      </dgm:t>
    </dgm:pt>
    <dgm:pt modelId="{41C293BA-41A6-4FD5-99C0-0A8280DA69C4}" type="parTrans" cxnId="{CE01A6D5-8F46-4A99-B142-9A737FAF5A2B}">
      <dgm:prSet/>
      <dgm:spPr/>
      <dgm:t>
        <a:bodyPr/>
        <a:lstStyle/>
        <a:p>
          <a:endParaRPr lang="en-US"/>
        </a:p>
      </dgm:t>
    </dgm:pt>
    <dgm:pt modelId="{26F08198-A0A5-451D-84A0-2036F8CA8BEE}" type="sibTrans" cxnId="{CE01A6D5-8F46-4A99-B142-9A737FAF5A2B}">
      <dgm:prSet/>
      <dgm:spPr/>
      <dgm:t>
        <a:bodyPr/>
        <a:lstStyle/>
        <a:p>
          <a:endParaRPr lang="en-US"/>
        </a:p>
      </dgm:t>
    </dgm:pt>
    <dgm:pt modelId="{E1A3FFB8-46A7-4388-A405-B15ABA8D041B}">
      <dgm:prSet/>
      <dgm:spPr/>
      <dgm:t>
        <a:bodyPr/>
        <a:lstStyle/>
        <a:p>
          <a:r>
            <a:rPr lang="da-DK" noProof="0" dirty="0"/>
            <a:t>Statistik</a:t>
          </a:r>
        </a:p>
      </dgm:t>
    </dgm:pt>
    <dgm:pt modelId="{F8F5764A-8502-4E19-8745-AADACA7A5971}" type="parTrans" cxnId="{505DCACD-3E89-4B25-8ACB-BBA24D909A24}">
      <dgm:prSet/>
      <dgm:spPr/>
      <dgm:t>
        <a:bodyPr/>
        <a:lstStyle/>
        <a:p>
          <a:endParaRPr lang="en-US"/>
        </a:p>
      </dgm:t>
    </dgm:pt>
    <dgm:pt modelId="{98EDA5B7-18AD-4993-8373-BDF36689ACF5}" type="sibTrans" cxnId="{505DCACD-3E89-4B25-8ACB-BBA24D909A24}">
      <dgm:prSet/>
      <dgm:spPr/>
      <dgm:t>
        <a:bodyPr/>
        <a:lstStyle/>
        <a:p>
          <a:endParaRPr lang="en-US"/>
        </a:p>
      </dgm:t>
    </dgm:pt>
    <dgm:pt modelId="{E6707F55-B9E8-4A0B-A1A9-298A2CBEB35F}">
      <dgm:prSet/>
      <dgm:spPr/>
      <dgm:t>
        <a:bodyPr/>
        <a:lstStyle/>
        <a:p>
          <a:r>
            <a:rPr lang="da-DK" noProof="0" dirty="0"/>
            <a:t>Stream</a:t>
          </a:r>
        </a:p>
      </dgm:t>
    </dgm:pt>
    <dgm:pt modelId="{5048599B-9508-4A7B-B9A6-8DD35792226A}" type="parTrans" cxnId="{7DC5B5A8-2469-4DC1-94FD-A385299C8ECE}">
      <dgm:prSet/>
      <dgm:spPr/>
      <dgm:t>
        <a:bodyPr/>
        <a:lstStyle/>
        <a:p>
          <a:endParaRPr lang="en-US"/>
        </a:p>
      </dgm:t>
    </dgm:pt>
    <dgm:pt modelId="{66A55D8F-1BFF-4BA0-BA9B-B7DBBEBA5BC4}" type="sibTrans" cxnId="{7DC5B5A8-2469-4DC1-94FD-A385299C8ECE}">
      <dgm:prSet/>
      <dgm:spPr/>
      <dgm:t>
        <a:bodyPr/>
        <a:lstStyle/>
        <a:p>
          <a:endParaRPr lang="en-US"/>
        </a:p>
      </dgm:t>
    </dgm:pt>
    <dgm:pt modelId="{D52A2D7C-55B7-4B3D-9150-84FD833CA171}">
      <dgm:prSet/>
      <dgm:spPr/>
      <dgm:t>
        <a:bodyPr/>
        <a:lstStyle/>
        <a:p>
          <a:r>
            <a:rPr lang="da-DK" noProof="0" dirty="0"/>
            <a:t>Vil ikke gemme Transaktioner</a:t>
          </a:r>
        </a:p>
      </dgm:t>
    </dgm:pt>
    <dgm:pt modelId="{489BA9E9-831D-434E-A8F8-0F4DE44BF647}" type="parTrans" cxnId="{466F8CA9-08CC-4AD3-8805-40977761A851}">
      <dgm:prSet/>
      <dgm:spPr/>
      <dgm:t>
        <a:bodyPr/>
        <a:lstStyle/>
        <a:p>
          <a:endParaRPr lang="en-US"/>
        </a:p>
      </dgm:t>
    </dgm:pt>
    <dgm:pt modelId="{24D000D4-10EB-463B-B62A-17B7DFEF4F98}" type="sibTrans" cxnId="{466F8CA9-08CC-4AD3-8805-40977761A851}">
      <dgm:prSet/>
      <dgm:spPr/>
      <dgm:t>
        <a:bodyPr/>
        <a:lstStyle/>
        <a:p>
          <a:endParaRPr lang="en-US"/>
        </a:p>
      </dgm:t>
    </dgm:pt>
    <dgm:pt modelId="{5EE3B4E9-EEA5-4AD8-BC4C-B4314057EA35}" type="pres">
      <dgm:prSet presAssocID="{7C35CFAB-EC2B-40CC-8DF7-353764351072}" presName="Name0" presStyleCnt="0">
        <dgm:presLayoutVars>
          <dgm:dir/>
          <dgm:animLvl val="lvl"/>
          <dgm:resizeHandles val="exact"/>
        </dgm:presLayoutVars>
      </dgm:prSet>
      <dgm:spPr/>
    </dgm:pt>
    <dgm:pt modelId="{A02200AA-25AD-4964-AF3E-9280334EF1D8}" type="pres">
      <dgm:prSet presAssocID="{5DCB061E-1E85-40F5-B4A1-6DC2DD16F800}" presName="linNode" presStyleCnt="0"/>
      <dgm:spPr/>
    </dgm:pt>
    <dgm:pt modelId="{9A2C5245-0890-4F5D-A023-A83FAF522350}" type="pres">
      <dgm:prSet presAssocID="{5DCB061E-1E85-40F5-B4A1-6DC2DD16F800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75F58E47-AD13-42F7-8522-ADB4C6F3262F}" type="pres">
      <dgm:prSet presAssocID="{5DCB061E-1E85-40F5-B4A1-6DC2DD16F800}" presName="descendantText" presStyleLbl="alignAccFollowNode1" presStyleIdx="0" presStyleCnt="3">
        <dgm:presLayoutVars>
          <dgm:bulletEnabled val="1"/>
        </dgm:presLayoutVars>
      </dgm:prSet>
      <dgm:spPr/>
    </dgm:pt>
    <dgm:pt modelId="{5791454D-1E69-47BA-9099-C8FBE65D3791}" type="pres">
      <dgm:prSet presAssocID="{593B3E60-A22A-4B2F-9569-13DC38F6949E}" presName="sp" presStyleCnt="0"/>
      <dgm:spPr/>
    </dgm:pt>
    <dgm:pt modelId="{882F9FF8-879F-4CD9-AA6A-998D88CA59DB}" type="pres">
      <dgm:prSet presAssocID="{00641C3A-6336-4B28-B6DA-C75C5942EFC6}" presName="linNode" presStyleCnt="0"/>
      <dgm:spPr/>
    </dgm:pt>
    <dgm:pt modelId="{B19E54EE-3FB3-40D9-803F-C1EAC59B17FE}" type="pres">
      <dgm:prSet presAssocID="{00641C3A-6336-4B28-B6DA-C75C5942EFC6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B13A76DF-01BE-47F8-AB64-C026051490AA}" type="pres">
      <dgm:prSet presAssocID="{00641C3A-6336-4B28-B6DA-C75C5942EFC6}" presName="descendantText" presStyleLbl="alignAccFollowNode1" presStyleIdx="1" presStyleCnt="3">
        <dgm:presLayoutVars>
          <dgm:bulletEnabled val="1"/>
        </dgm:presLayoutVars>
      </dgm:prSet>
      <dgm:spPr/>
    </dgm:pt>
    <dgm:pt modelId="{010445CB-5FF5-4534-A8DF-D095C8E4B027}" type="pres">
      <dgm:prSet presAssocID="{26F08198-A0A5-451D-84A0-2036F8CA8BEE}" presName="sp" presStyleCnt="0"/>
      <dgm:spPr/>
    </dgm:pt>
    <dgm:pt modelId="{72E6A215-743E-42D0-B11E-008368AEAD78}" type="pres">
      <dgm:prSet presAssocID="{E6707F55-B9E8-4A0B-A1A9-298A2CBEB35F}" presName="linNode" presStyleCnt="0"/>
      <dgm:spPr/>
    </dgm:pt>
    <dgm:pt modelId="{E5754170-C0CF-4064-8933-0DC4C76E31AF}" type="pres">
      <dgm:prSet presAssocID="{E6707F55-B9E8-4A0B-A1A9-298A2CBEB35F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EF048AA0-0EE7-4161-B6BD-A1F4FF644FFF}" type="pres">
      <dgm:prSet presAssocID="{E6707F55-B9E8-4A0B-A1A9-298A2CBEB35F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3540021C-FB87-417E-B90F-3B7552705004}" srcId="{5DCB061E-1E85-40F5-B4A1-6DC2DD16F800}" destId="{FC578353-F9E7-4CA6-85E6-F99CD8A5E74C}" srcOrd="0" destOrd="0" parTransId="{B6350836-2D11-468B-9B64-307CF56CC85E}" sibTransId="{0C8316AB-F8D8-4E4E-B738-B3AC8A631D1E}"/>
    <dgm:cxn modelId="{FF1D781C-5DFE-4C8C-B164-02994546962B}" type="presOf" srcId="{E6707F55-B9E8-4A0B-A1A9-298A2CBEB35F}" destId="{E5754170-C0CF-4064-8933-0DC4C76E31AF}" srcOrd="0" destOrd="0" presId="urn:microsoft.com/office/officeart/2005/8/layout/vList5"/>
    <dgm:cxn modelId="{2E38F236-E124-4E9B-AD14-5D637821E889}" type="presOf" srcId="{E1A3FFB8-46A7-4388-A405-B15ABA8D041B}" destId="{B13A76DF-01BE-47F8-AB64-C026051490AA}" srcOrd="0" destOrd="0" presId="urn:microsoft.com/office/officeart/2005/8/layout/vList5"/>
    <dgm:cxn modelId="{816BB96E-FB9F-436A-B252-FBDB328DE7CA}" type="presOf" srcId="{5DCB061E-1E85-40F5-B4A1-6DC2DD16F800}" destId="{9A2C5245-0890-4F5D-A023-A83FAF522350}" srcOrd="0" destOrd="0" presId="urn:microsoft.com/office/officeart/2005/8/layout/vList5"/>
    <dgm:cxn modelId="{651F688D-9547-45B5-AFC8-C90217C0B407}" type="presOf" srcId="{00641C3A-6336-4B28-B6DA-C75C5942EFC6}" destId="{B19E54EE-3FB3-40D9-803F-C1EAC59B17FE}" srcOrd="0" destOrd="0" presId="urn:microsoft.com/office/officeart/2005/8/layout/vList5"/>
    <dgm:cxn modelId="{E3A70090-B05B-4630-B667-C43C4E1F6C28}" type="presOf" srcId="{FC578353-F9E7-4CA6-85E6-F99CD8A5E74C}" destId="{75F58E47-AD13-42F7-8522-ADB4C6F3262F}" srcOrd="0" destOrd="0" presId="urn:microsoft.com/office/officeart/2005/8/layout/vList5"/>
    <dgm:cxn modelId="{2C0C2C96-E301-4D17-B0DE-54CDBCF276B9}" srcId="{7C35CFAB-EC2B-40CC-8DF7-353764351072}" destId="{5DCB061E-1E85-40F5-B4A1-6DC2DD16F800}" srcOrd="0" destOrd="0" parTransId="{8AA321AB-9D1B-4B8B-A8EC-FA89034CCA11}" sibTransId="{593B3E60-A22A-4B2F-9569-13DC38F6949E}"/>
    <dgm:cxn modelId="{7DC5B5A8-2469-4DC1-94FD-A385299C8ECE}" srcId="{7C35CFAB-EC2B-40CC-8DF7-353764351072}" destId="{E6707F55-B9E8-4A0B-A1A9-298A2CBEB35F}" srcOrd="2" destOrd="0" parTransId="{5048599B-9508-4A7B-B9A6-8DD35792226A}" sibTransId="{66A55D8F-1BFF-4BA0-BA9B-B7DBBEBA5BC4}"/>
    <dgm:cxn modelId="{466F8CA9-08CC-4AD3-8805-40977761A851}" srcId="{E6707F55-B9E8-4A0B-A1A9-298A2CBEB35F}" destId="{D52A2D7C-55B7-4B3D-9150-84FD833CA171}" srcOrd="0" destOrd="0" parTransId="{489BA9E9-831D-434E-A8F8-0F4DE44BF647}" sibTransId="{24D000D4-10EB-463B-B62A-17B7DFEF4F98}"/>
    <dgm:cxn modelId="{DFE404C8-C5BC-428D-A814-D06CC4CE5CDE}" type="presOf" srcId="{D52A2D7C-55B7-4B3D-9150-84FD833CA171}" destId="{EF048AA0-0EE7-4161-B6BD-A1F4FF644FFF}" srcOrd="0" destOrd="0" presId="urn:microsoft.com/office/officeart/2005/8/layout/vList5"/>
    <dgm:cxn modelId="{505DCACD-3E89-4B25-8ACB-BBA24D909A24}" srcId="{00641C3A-6336-4B28-B6DA-C75C5942EFC6}" destId="{E1A3FFB8-46A7-4388-A405-B15ABA8D041B}" srcOrd="0" destOrd="0" parTransId="{F8F5764A-8502-4E19-8745-AADACA7A5971}" sibTransId="{98EDA5B7-18AD-4993-8373-BDF36689ACF5}"/>
    <dgm:cxn modelId="{CE01A6D5-8F46-4A99-B142-9A737FAF5A2B}" srcId="{7C35CFAB-EC2B-40CC-8DF7-353764351072}" destId="{00641C3A-6336-4B28-B6DA-C75C5942EFC6}" srcOrd="1" destOrd="0" parTransId="{41C293BA-41A6-4FD5-99C0-0A8280DA69C4}" sibTransId="{26F08198-A0A5-451D-84A0-2036F8CA8BEE}"/>
    <dgm:cxn modelId="{EE2CD2EC-6CC4-4135-BA68-2198A425EF34}" type="presOf" srcId="{7C35CFAB-EC2B-40CC-8DF7-353764351072}" destId="{5EE3B4E9-EEA5-4AD8-BC4C-B4314057EA35}" srcOrd="0" destOrd="0" presId="urn:microsoft.com/office/officeart/2005/8/layout/vList5"/>
    <dgm:cxn modelId="{56F23750-5444-4367-B93F-E90D658B5F19}" type="presParOf" srcId="{5EE3B4E9-EEA5-4AD8-BC4C-B4314057EA35}" destId="{A02200AA-25AD-4964-AF3E-9280334EF1D8}" srcOrd="0" destOrd="0" presId="urn:microsoft.com/office/officeart/2005/8/layout/vList5"/>
    <dgm:cxn modelId="{AA687AA5-315C-419F-BA80-50CA0FF0EF83}" type="presParOf" srcId="{A02200AA-25AD-4964-AF3E-9280334EF1D8}" destId="{9A2C5245-0890-4F5D-A023-A83FAF522350}" srcOrd="0" destOrd="0" presId="urn:microsoft.com/office/officeart/2005/8/layout/vList5"/>
    <dgm:cxn modelId="{80132D7A-37A8-4566-A08C-19A448F94729}" type="presParOf" srcId="{A02200AA-25AD-4964-AF3E-9280334EF1D8}" destId="{75F58E47-AD13-42F7-8522-ADB4C6F3262F}" srcOrd="1" destOrd="0" presId="urn:microsoft.com/office/officeart/2005/8/layout/vList5"/>
    <dgm:cxn modelId="{7FFCA404-4D9B-49E7-AD9E-81663CAC6E78}" type="presParOf" srcId="{5EE3B4E9-EEA5-4AD8-BC4C-B4314057EA35}" destId="{5791454D-1E69-47BA-9099-C8FBE65D3791}" srcOrd="1" destOrd="0" presId="urn:microsoft.com/office/officeart/2005/8/layout/vList5"/>
    <dgm:cxn modelId="{BFC3A5DE-1425-489C-84D0-8E3D222317AF}" type="presParOf" srcId="{5EE3B4E9-EEA5-4AD8-BC4C-B4314057EA35}" destId="{882F9FF8-879F-4CD9-AA6A-998D88CA59DB}" srcOrd="2" destOrd="0" presId="urn:microsoft.com/office/officeart/2005/8/layout/vList5"/>
    <dgm:cxn modelId="{F761E1EE-480E-43EB-8474-E169E47C3221}" type="presParOf" srcId="{882F9FF8-879F-4CD9-AA6A-998D88CA59DB}" destId="{B19E54EE-3FB3-40D9-803F-C1EAC59B17FE}" srcOrd="0" destOrd="0" presId="urn:microsoft.com/office/officeart/2005/8/layout/vList5"/>
    <dgm:cxn modelId="{CBD15CD8-7BFB-4FAA-9D2A-8130AF79AF68}" type="presParOf" srcId="{882F9FF8-879F-4CD9-AA6A-998D88CA59DB}" destId="{B13A76DF-01BE-47F8-AB64-C026051490AA}" srcOrd="1" destOrd="0" presId="urn:microsoft.com/office/officeart/2005/8/layout/vList5"/>
    <dgm:cxn modelId="{5CCD2591-80A9-40BB-906B-8F0139367BB5}" type="presParOf" srcId="{5EE3B4E9-EEA5-4AD8-BC4C-B4314057EA35}" destId="{010445CB-5FF5-4534-A8DF-D095C8E4B027}" srcOrd="3" destOrd="0" presId="urn:microsoft.com/office/officeart/2005/8/layout/vList5"/>
    <dgm:cxn modelId="{901B45A2-9D34-4AAB-826A-5AFC304AA863}" type="presParOf" srcId="{5EE3B4E9-EEA5-4AD8-BC4C-B4314057EA35}" destId="{72E6A215-743E-42D0-B11E-008368AEAD78}" srcOrd="4" destOrd="0" presId="urn:microsoft.com/office/officeart/2005/8/layout/vList5"/>
    <dgm:cxn modelId="{6B32D404-A3C8-48A4-AC40-2A4673865508}" type="presParOf" srcId="{72E6A215-743E-42D0-B11E-008368AEAD78}" destId="{E5754170-C0CF-4064-8933-0DC4C76E31AF}" srcOrd="0" destOrd="0" presId="urn:microsoft.com/office/officeart/2005/8/layout/vList5"/>
    <dgm:cxn modelId="{762730D0-9772-4DB3-833C-21F397C5FB9D}" type="presParOf" srcId="{72E6A215-743E-42D0-B11E-008368AEAD78}" destId="{EF048AA0-0EE7-4161-B6BD-A1F4FF644FFF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AFB6EF-7067-4C01-87C6-1F932FAC6E17}">
      <dsp:nvSpPr>
        <dsp:cNvPr id="0" name=""/>
        <dsp:cNvSpPr/>
      </dsp:nvSpPr>
      <dsp:spPr>
        <a:xfrm>
          <a:off x="725212" y="2687"/>
          <a:ext cx="4374077" cy="1773476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91440" rIns="182880" bIns="9144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4800" kern="1200" noProof="0" dirty="0"/>
            <a:t>Opgave</a:t>
          </a:r>
        </a:p>
      </dsp:txBody>
      <dsp:txXfrm>
        <a:off x="811786" y="89261"/>
        <a:ext cx="4200929" cy="1600328"/>
      </dsp:txXfrm>
    </dsp:sp>
    <dsp:sp modelId="{37ED1588-FF47-4045-941A-FC396CB5F28C}">
      <dsp:nvSpPr>
        <dsp:cNvPr id="0" name=""/>
        <dsp:cNvSpPr/>
      </dsp:nvSpPr>
      <dsp:spPr>
        <a:xfrm>
          <a:off x="725212" y="1864836"/>
          <a:ext cx="4385851" cy="1773476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91440" rIns="182880" bIns="9144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4800" kern="1200" noProof="0" dirty="0"/>
            <a:t>Stream flow</a:t>
          </a:r>
        </a:p>
      </dsp:txBody>
      <dsp:txXfrm>
        <a:off x="811786" y="1951410"/>
        <a:ext cx="4212703" cy="1600328"/>
      </dsp:txXfrm>
    </dsp:sp>
    <dsp:sp modelId="{5E47D8EA-E629-44A3-8AA7-6400BD4ECD27}">
      <dsp:nvSpPr>
        <dsp:cNvPr id="0" name=""/>
        <dsp:cNvSpPr/>
      </dsp:nvSpPr>
      <dsp:spPr>
        <a:xfrm>
          <a:off x="725212" y="3726986"/>
          <a:ext cx="4410664" cy="1773476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9070" tIns="89535" rIns="179070" bIns="89535" numCol="1" spcCol="1270" anchor="ctr" anchorCtr="0">
          <a:noAutofit/>
        </a:bodyPr>
        <a:lstStyle/>
        <a:p>
          <a:pPr marL="0" lvl="0" indent="0" algn="ctr" defTabSz="2089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4700" kern="1200" noProof="0" dirty="0"/>
            <a:t>Tal </a:t>
          </a:r>
          <a:r>
            <a:rPr lang="en-GB" sz="4700" kern="1200" noProof="0" dirty="0" err="1"/>
            <a:t>formatering</a:t>
          </a:r>
          <a:endParaRPr lang="da-DK" sz="4700" kern="1200" noProof="0" dirty="0"/>
        </a:p>
      </dsp:txBody>
      <dsp:txXfrm>
        <a:off x="811786" y="3813560"/>
        <a:ext cx="4237516" cy="160032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F58E47-AD13-42F7-8522-ADB4C6F3262F}">
      <dsp:nvSpPr>
        <dsp:cNvPr id="0" name=""/>
        <dsp:cNvSpPr/>
      </dsp:nvSpPr>
      <dsp:spPr>
        <a:xfrm rot="5400000">
          <a:off x="3276150" y="-986123"/>
          <a:ext cx="1418780" cy="3751097"/>
        </a:xfrm>
        <a:prstGeom prst="round2Same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72390" rIns="144780" bIns="72390" numCol="1" spcCol="1270" anchor="ctr" anchorCtr="0">
          <a:noAutofit/>
        </a:bodyPr>
        <a:lstStyle/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3800" kern="1200" noProof="0" dirty="0"/>
            <a:t>Kontoudskrift</a:t>
          </a:r>
        </a:p>
      </dsp:txBody>
      <dsp:txXfrm rot="-5400000">
        <a:off x="2109992" y="249294"/>
        <a:ext cx="3681838" cy="1280262"/>
      </dsp:txXfrm>
    </dsp:sp>
    <dsp:sp modelId="{9A2C5245-0890-4F5D-A023-A83FAF522350}">
      <dsp:nvSpPr>
        <dsp:cNvPr id="0" name=""/>
        <dsp:cNvSpPr/>
      </dsp:nvSpPr>
      <dsp:spPr>
        <a:xfrm>
          <a:off x="0" y="2687"/>
          <a:ext cx="2109992" cy="1773476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76200" rIns="152400" bIns="762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4000" kern="1200" noProof="0" dirty="0"/>
            <a:t>Opgave 10</a:t>
          </a:r>
        </a:p>
      </dsp:txBody>
      <dsp:txXfrm>
        <a:off x="86574" y="89261"/>
        <a:ext cx="1936844" cy="1600328"/>
      </dsp:txXfrm>
    </dsp:sp>
    <dsp:sp modelId="{B13A76DF-01BE-47F8-AB64-C026051490AA}">
      <dsp:nvSpPr>
        <dsp:cNvPr id="0" name=""/>
        <dsp:cNvSpPr/>
      </dsp:nvSpPr>
      <dsp:spPr>
        <a:xfrm rot="5400000">
          <a:off x="3276150" y="876026"/>
          <a:ext cx="1418780" cy="3751097"/>
        </a:xfrm>
        <a:prstGeom prst="round2Same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72390" rIns="144780" bIns="72390" numCol="1" spcCol="1270" anchor="ctr" anchorCtr="0">
          <a:noAutofit/>
        </a:bodyPr>
        <a:lstStyle/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3800" kern="1200" noProof="0" dirty="0"/>
            <a:t>Statistik</a:t>
          </a:r>
        </a:p>
      </dsp:txBody>
      <dsp:txXfrm rot="-5400000">
        <a:off x="2109992" y="2111444"/>
        <a:ext cx="3681838" cy="1280262"/>
      </dsp:txXfrm>
    </dsp:sp>
    <dsp:sp modelId="{B19E54EE-3FB3-40D9-803F-C1EAC59B17FE}">
      <dsp:nvSpPr>
        <dsp:cNvPr id="0" name=""/>
        <dsp:cNvSpPr/>
      </dsp:nvSpPr>
      <dsp:spPr>
        <a:xfrm>
          <a:off x="0" y="1864836"/>
          <a:ext cx="2109992" cy="1773476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76200" rIns="152400" bIns="762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4000" kern="1200" noProof="0" dirty="0"/>
            <a:t>Opgave 11</a:t>
          </a:r>
        </a:p>
      </dsp:txBody>
      <dsp:txXfrm>
        <a:off x="86574" y="1951410"/>
        <a:ext cx="1936844" cy="1600328"/>
      </dsp:txXfrm>
    </dsp:sp>
    <dsp:sp modelId="{EF048AA0-0EE7-4161-B6BD-A1F4FF644FFF}">
      <dsp:nvSpPr>
        <dsp:cNvPr id="0" name=""/>
        <dsp:cNvSpPr/>
      </dsp:nvSpPr>
      <dsp:spPr>
        <a:xfrm rot="5400000">
          <a:off x="3276150" y="2738176"/>
          <a:ext cx="1418780" cy="3751097"/>
        </a:xfrm>
        <a:prstGeom prst="round2Same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4780" tIns="72390" rIns="144780" bIns="72390" numCol="1" spcCol="1270" anchor="ctr" anchorCtr="0">
          <a:noAutofit/>
        </a:bodyPr>
        <a:lstStyle/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a-DK" sz="3800" kern="1200" noProof="0" dirty="0"/>
            <a:t>Vil ikke gemme Transaktioner</a:t>
          </a:r>
        </a:p>
      </dsp:txBody>
      <dsp:txXfrm rot="-5400000">
        <a:off x="2109992" y="3973594"/>
        <a:ext cx="3681838" cy="1280262"/>
      </dsp:txXfrm>
    </dsp:sp>
    <dsp:sp modelId="{E5754170-C0CF-4064-8933-0DC4C76E31AF}">
      <dsp:nvSpPr>
        <dsp:cNvPr id="0" name=""/>
        <dsp:cNvSpPr/>
      </dsp:nvSpPr>
      <dsp:spPr>
        <a:xfrm>
          <a:off x="0" y="3726986"/>
          <a:ext cx="2109992" cy="1773476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76200" rIns="152400" bIns="76200" numCol="1" spcCol="1270" anchor="ctr" anchorCtr="0">
          <a:noAutofit/>
        </a:bodyPr>
        <a:lstStyle/>
        <a:p>
          <a:pPr marL="0" lvl="0" indent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a-DK" sz="4000" kern="1200" noProof="0" dirty="0"/>
            <a:t>Stream</a:t>
          </a:r>
        </a:p>
      </dsp:txBody>
      <dsp:txXfrm>
        <a:off x="86574" y="3813560"/>
        <a:ext cx="1936844" cy="160032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defRPr sz="6000" b="1" i="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66DA5-7751-4D3D-B753-58DF3B418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C2A2A-62DB-40C0-8AE7-CB9B98649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1B787A8-0D67-4B7E-9B48-86BD906AB6B5}"/>
              </a:ext>
            </a:extLst>
          </p:cNvPr>
          <p:cNvCxnSpPr>
            <a:cxnSpLocks/>
          </p:cNvCxnSpPr>
          <p:nvPr/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1685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40F15D-DD72-46D5-BF0F-F50647107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C05CAAB-DBA2-4548-AD5F-01BB97FBB207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68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FC2D1-D3FE-4B37-8740-57444421F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 b="1" i="0" cap="all" baseline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5AF550-086C-426E-A374-85DB395701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58988-AD39-4AE9-8E6A-0907F0BE2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366319-82EE-408E-819F-8F8E6DBA7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1C8A6-777F-496D-8620-AE52BFC33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31F83B-57A8-4533-981C-D1FFAD2B6B6F}"/>
              </a:ext>
            </a:extLst>
          </p:cNvPr>
          <p:cNvCxnSpPr>
            <a:cxnSpLocks/>
          </p:cNvCxnSpPr>
          <p:nvPr/>
        </p:nvCxnSpPr>
        <p:spPr>
          <a:xfrm>
            <a:off x="715890" y="1701425"/>
            <a:ext cx="0" cy="5148262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73943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57166-6921-4546-BA2C-99E464681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5B9122-6371-4049-B57A-33DED7DA2F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14555D-0753-4312-A26B-2338813F9B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D8FDCB-69DA-4A8F-8B91-5CFF77897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AC8C07-E0D3-4464-AE3C-25730D75C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2596A6-734E-4AE0-BFB8-3089137B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B7E8F4-3FB3-45AB-A381-9093CA95AAE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62930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A2D237-A706-4712-90CA-B04517CBBE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D53357-616B-47F4-944B-F979FE966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6B3EF2-2C04-480F-A570-14E520DD0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F5783E-3073-4F4D-8B9C-C5B18DDA5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A75FE3-6719-4790-AA00-251BC2A6E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60F34ED-DA60-4CC2-B735-B0EC5D9FEA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1790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F1DFFF-E5C5-43DF-B71C-7270DB973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7596AF9-469C-436D-B7D2-77952EF1825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8163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FF36D6-399B-43E3-84DD-9FC5119EC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234AB7-3B85-4028-A500-5A1BDBF45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1F40F0-9909-442F-BBA4-409D061ED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53C1207-D1C8-49E3-8837-E2B89D366FAE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56465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0F214-646F-4D81-AD12-65628EC98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71768-C3FA-49EF-99EF-06E6C3B28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DA6F24-ED6C-4D12-A9D6-EE37FBD68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6AACE-FAFB-4934-8E3C-AB5B21635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1533EA-D0F8-4C79-8721-F190DE2D2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59BAC9-F101-4394-BBA4-3D21A3497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F3A79C9-7EDC-44F6-AC48-5DD98A7695AD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13202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CB71F-B6C2-4866-BC97-304F78816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5ED73B-8413-478D-80D7-B78B69763B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BDF226-1B94-4D2D-98B3-7B932FB17D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0C4E9A-CA29-4CCD-ACFA-B29F80FB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5B7BE-3F1B-4FF3-B1D7-6E39B99D0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F18F1-E27E-470E-AE13-4755DEE63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0F08750-B7F2-4119-B151-68DE77481335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2583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AD429-654B-4F0E-94E9-6FEF8EC67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8D60B2-06F5-4567-BE1F-BBA5270537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16F6F2-8269-4B80-8EE3-81FEE0F9D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BC86E4-3EDE-4EB4-B1A3-A1198AADD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752B0-ACEC-49EF-8131-FCF35BC5C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0462E3-375D-4E76-8886-69E06985D069}"/>
              </a:ext>
            </a:extLst>
          </p:cNvPr>
          <p:cNvCxnSpPr>
            <a:cxnSpLocks/>
          </p:cNvCxnSpPr>
          <p:nvPr/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68687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23B094-F480-477B-901C-7181F88C07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52089-A920-4E52-98DC-8A5DC7B0AC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A074FE-F1B4-421F-A66E-FA351C8F9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4B53A7-3209-46A6-9454-F38EAC8F11E7}" type="datetimeFigureOut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D764BA-3AB2-45FD-ABCB-975B3FDDF2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B3FEF-8252-49FD-82F2-3E5FABC65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E633F-9882-4A5C-83A2-1109D0C7326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EB5C65-83BB-4EBD-AD22-EDA8489D0F5D}"/>
              </a:ext>
            </a:extLst>
          </p:cNvPr>
          <p:cNvCxnSpPr>
            <a:cxnSpLocks/>
          </p:cNvCxnSpPr>
          <p:nvPr/>
        </p:nvCxnSpPr>
        <p:spPr>
          <a:xfrm flipV="1">
            <a:off x="8313" y="261865"/>
            <a:ext cx="11353802" cy="1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78287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BC8A0-34FC-4B6E-B42B-A721267D89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4B53A7-3209-46A6-9454-F38EAC8F11E7}" type="datetimeFigureOut">
              <a:rPr lang="en-US" smtClean="0"/>
              <a:pPr/>
              <a:t>11/24/2025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9AC0B6-4CC4-4E41-8A4D-F62E17F285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 cap="all" spc="1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CE633F-9882-4A5C-83A2-1109D0C7326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5469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11" r:id="rId7"/>
    <p:sldLayoutId id="2147483707" r:id="rId8"/>
    <p:sldLayoutId id="2147483708" r:id="rId9"/>
    <p:sldLayoutId id="2147483709" r:id="rId10"/>
    <p:sldLayoutId id="214748371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E37B132-9C54-4236-8910-3340177AD9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noProof="0" dirty="0"/>
          </a:p>
        </p:txBody>
      </p:sp>
      <p:sp>
        <p:nvSpPr>
          <p:cNvPr id="11" name="!!Rectangle">
            <a:extLst>
              <a:ext uri="{FF2B5EF4-FFF2-40B4-BE49-F238E27FC236}">
                <a16:creationId xmlns:a16="http://schemas.microsoft.com/office/drawing/2014/main" id="{D472C551-D440-40DF-9260-BDB9AC409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Univers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36B539-C9F9-75D7-F360-32AC4314C23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  <a:alphaModFix amt="35000"/>
          </a:blip>
          <a:srcRect r="1850" b="1"/>
          <a:stretch>
            <a:fillRect/>
          </a:stretch>
        </p:blipFill>
        <p:spPr>
          <a:xfrm>
            <a:off x="1" y="10"/>
            <a:ext cx="12183122" cy="685798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5A24820-AD34-1A57-AD52-6A4F1466EB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4873" y="2271449"/>
            <a:ext cx="6347918" cy="3670098"/>
          </a:xfrm>
        </p:spPr>
        <p:txBody>
          <a:bodyPr anchor="b">
            <a:normAutofit/>
          </a:bodyPr>
          <a:lstStyle/>
          <a:p>
            <a:r>
              <a:rPr lang="da-DK" sz="6600" noProof="0" dirty="0">
                <a:solidFill>
                  <a:srgbClr val="FFFFFF"/>
                </a:solidFill>
              </a:rPr>
              <a:t>Cobol: </a:t>
            </a:r>
            <a:br>
              <a:rPr lang="da-DK" sz="6600" noProof="0" dirty="0">
                <a:solidFill>
                  <a:srgbClr val="FFFFFF"/>
                </a:solidFill>
              </a:rPr>
            </a:br>
            <a:r>
              <a:rPr lang="da-DK" sz="6600" noProof="0" dirty="0" err="1">
                <a:solidFill>
                  <a:srgbClr val="FFFFFF"/>
                </a:solidFill>
              </a:rPr>
              <a:t>Opg</a:t>
            </a:r>
            <a:r>
              <a:rPr lang="da-DK" sz="6600" noProof="0" dirty="0">
                <a:solidFill>
                  <a:srgbClr val="FFFFFF"/>
                </a:solidFill>
              </a:rPr>
              <a:t> 10 og 11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86231D-FD6C-B90E-62F0-38045583B8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49798" y="3544059"/>
            <a:ext cx="3633923" cy="2397488"/>
          </a:xfrm>
        </p:spPr>
        <p:txBody>
          <a:bodyPr anchor="ctr">
            <a:normAutofit/>
          </a:bodyPr>
          <a:lstStyle/>
          <a:p>
            <a:r>
              <a:rPr lang="da-DK" noProof="0" dirty="0">
                <a:solidFill>
                  <a:srgbClr val="FFFFFF"/>
                </a:solidFill>
              </a:rPr>
              <a:t>Emil Lemming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878" y="806470"/>
            <a:ext cx="8453437" cy="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74340" y="1225788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nivers"/>
              <a:ea typeface="+mn-ea"/>
              <a:cs typeface="+mn-cs"/>
            </a:endParaRPr>
          </a:p>
        </p:txBody>
      </p:sp>
      <p:sp>
        <p:nvSpPr>
          <p:cNvPr id="17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34855" y="1685867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nivers"/>
              <a:ea typeface="+mn-ea"/>
              <a:cs typeface="+mn-cs"/>
            </a:endParaRPr>
          </a:p>
        </p:txBody>
      </p:sp>
      <p:sp>
        <p:nvSpPr>
          <p:cNvPr id="19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87962" y="2175690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a-DK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niver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13051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547C64C2-FC09-4323-A32D-5DCB300ADA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EA030E-2955-B074-5D70-6AB41159E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6522" y="591829"/>
            <a:ext cx="3939688" cy="5583126"/>
          </a:xfrm>
        </p:spPr>
        <p:txBody>
          <a:bodyPr>
            <a:normAutofit/>
          </a:bodyPr>
          <a:lstStyle/>
          <a:p>
            <a:r>
              <a:rPr lang="da-DK" sz="7200" noProof="0" dirty="0">
                <a:solidFill>
                  <a:schemeClr val="bg1"/>
                </a:solidFill>
              </a:rPr>
              <a:t>Agenda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Graphic 12">
            <a:extLst>
              <a:ext uri="{FF2B5EF4-FFF2-40B4-BE49-F238E27FC236}">
                <a16:creationId xmlns:a16="http://schemas.microsoft.com/office/drawing/2014/main" id="{58BDB0EE-D238-415B-9ED8-62AA6AB2A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72518" y="591829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da-DK" noProof="0" dirty="0"/>
          </a:p>
        </p:txBody>
      </p:sp>
      <p:sp>
        <p:nvSpPr>
          <p:cNvPr id="35" name="Graphic 11">
            <a:extLst>
              <a:ext uri="{FF2B5EF4-FFF2-40B4-BE49-F238E27FC236}">
                <a16:creationId xmlns:a16="http://schemas.microsoft.com/office/drawing/2014/main" id="{C5B55FC3-961D-4325-82F1-DE92B0D04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31298" y="821124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da-DK" noProof="0" dirty="0"/>
          </a:p>
        </p:txBody>
      </p:sp>
      <p:sp>
        <p:nvSpPr>
          <p:cNvPr id="37" name="Graphic 13">
            <a:extLst>
              <a:ext uri="{FF2B5EF4-FFF2-40B4-BE49-F238E27FC236}">
                <a16:creationId xmlns:a16="http://schemas.microsoft.com/office/drawing/2014/main" id="{4C8AB332-D09E-4F28-943C-DABDD4716A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56978" y="1336268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da-DK" noProof="0" dirty="0"/>
          </a:p>
        </p:txBody>
      </p:sp>
      <p:graphicFrame>
        <p:nvGraphicFramePr>
          <p:cNvPr id="24" name="Content Placeholder 2">
            <a:extLst>
              <a:ext uri="{FF2B5EF4-FFF2-40B4-BE49-F238E27FC236}">
                <a16:creationId xmlns:a16="http://schemas.microsoft.com/office/drawing/2014/main" id="{27E55F34-BC6E-865F-D4BE-100ABE89B36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19961352"/>
              </p:ext>
            </p:extLst>
          </p:nvPr>
        </p:nvGraphicFramePr>
        <p:xfrm>
          <a:off x="5492710" y="671805"/>
          <a:ext cx="5861090" cy="5503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75603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47C64C2-FC09-4323-A32D-5DCB300ADA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noProof="0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FED91-2CB6-7D02-B2BB-3B021D2A5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6522" y="591829"/>
            <a:ext cx="3939688" cy="5583126"/>
          </a:xfrm>
        </p:spPr>
        <p:txBody>
          <a:bodyPr>
            <a:normAutofit/>
          </a:bodyPr>
          <a:lstStyle/>
          <a:p>
            <a:r>
              <a:rPr lang="da-DK" sz="7200" noProof="0" dirty="0">
                <a:solidFill>
                  <a:schemeClr val="bg1"/>
                </a:solidFill>
              </a:rPr>
              <a:t>Opgave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5890" y="356812"/>
            <a:ext cx="0" cy="6492875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Graphic 12">
            <a:extLst>
              <a:ext uri="{FF2B5EF4-FFF2-40B4-BE49-F238E27FC236}">
                <a16:creationId xmlns:a16="http://schemas.microsoft.com/office/drawing/2014/main" id="{58BDB0EE-D238-415B-9ED8-62AA6AB2A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72518" y="591829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da-DK" noProof="0" dirty="0"/>
          </a:p>
        </p:txBody>
      </p:sp>
      <p:sp>
        <p:nvSpPr>
          <p:cNvPr id="16" name="Graphic 11">
            <a:extLst>
              <a:ext uri="{FF2B5EF4-FFF2-40B4-BE49-F238E27FC236}">
                <a16:creationId xmlns:a16="http://schemas.microsoft.com/office/drawing/2014/main" id="{C5B55FC3-961D-4325-82F1-DE92B0D04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831298" y="821124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da-DK" noProof="0" dirty="0"/>
          </a:p>
        </p:txBody>
      </p:sp>
      <p:sp>
        <p:nvSpPr>
          <p:cNvPr id="18" name="Graphic 13">
            <a:extLst>
              <a:ext uri="{FF2B5EF4-FFF2-40B4-BE49-F238E27FC236}">
                <a16:creationId xmlns:a16="http://schemas.microsoft.com/office/drawing/2014/main" id="{4C8AB332-D09E-4F28-943C-DABDD4716A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456978" y="1336268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da-DK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6A7EA0D-E061-F589-21CC-DB8E38D2DEF7}"/>
              </a:ext>
            </a:extLst>
          </p:cNvPr>
          <p:cNvSpPr txBox="1">
            <a:spLocks/>
          </p:cNvSpPr>
          <p:nvPr/>
        </p:nvSpPr>
        <p:spPr>
          <a:xfrm>
            <a:off x="4379976" y="1825624"/>
            <a:ext cx="3541776" cy="23989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a-DK" noProof="0" dirty="0"/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BCFCA29C-4DFB-6DB8-894C-6652EF6733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59818225"/>
              </p:ext>
            </p:extLst>
          </p:nvPr>
        </p:nvGraphicFramePr>
        <p:xfrm>
          <a:off x="5492710" y="671805"/>
          <a:ext cx="5861090" cy="5503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979517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B7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1B787A8-0D67-4B7E-9B48-86BD906AB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EFA9B6C6-A247-48A8-9A1C-1E36FA945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480300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44C781-DFBA-BFF4-4C5B-4D59336D0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0136" y="590062"/>
            <a:ext cx="5141964" cy="19912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b="1" i="0" kern="1200" cap="all" baseline="0" noProof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Stream flow</a:t>
            </a:r>
          </a:p>
        </p:txBody>
      </p:sp>
      <p:sp>
        <p:nvSpPr>
          <p:cNvPr id="16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57334" y="1931746"/>
            <a:ext cx="139038" cy="139038"/>
          </a:xfrm>
          <a:custGeom>
            <a:avLst/>
            <a:gdLst>
              <a:gd name="connsiteX0" fmla="*/ 129601 w 139038"/>
              <a:gd name="connsiteY0" fmla="*/ 60082 h 139038"/>
              <a:gd name="connsiteX1" fmla="*/ 78956 w 139038"/>
              <a:gd name="connsiteY1" fmla="*/ 60082 h 139038"/>
              <a:gd name="connsiteX2" fmla="*/ 78956 w 139038"/>
              <a:gd name="connsiteY2" fmla="*/ 9437 h 139038"/>
              <a:gd name="connsiteX3" fmla="*/ 69519 w 139038"/>
              <a:gd name="connsiteY3" fmla="*/ 0 h 139038"/>
              <a:gd name="connsiteX4" fmla="*/ 60082 w 139038"/>
              <a:gd name="connsiteY4" fmla="*/ 9437 h 139038"/>
              <a:gd name="connsiteX5" fmla="*/ 60082 w 139038"/>
              <a:gd name="connsiteY5" fmla="*/ 60082 h 139038"/>
              <a:gd name="connsiteX6" fmla="*/ 9437 w 139038"/>
              <a:gd name="connsiteY6" fmla="*/ 60082 h 139038"/>
              <a:gd name="connsiteX7" fmla="*/ 0 w 139038"/>
              <a:gd name="connsiteY7" fmla="*/ 69519 h 139038"/>
              <a:gd name="connsiteX8" fmla="*/ 9437 w 139038"/>
              <a:gd name="connsiteY8" fmla="*/ 78956 h 139038"/>
              <a:gd name="connsiteX9" fmla="*/ 60082 w 139038"/>
              <a:gd name="connsiteY9" fmla="*/ 78956 h 139038"/>
              <a:gd name="connsiteX10" fmla="*/ 60082 w 139038"/>
              <a:gd name="connsiteY10" fmla="*/ 129601 h 139038"/>
              <a:gd name="connsiteX11" fmla="*/ 69519 w 139038"/>
              <a:gd name="connsiteY11" fmla="*/ 139038 h 139038"/>
              <a:gd name="connsiteX12" fmla="*/ 78956 w 139038"/>
              <a:gd name="connsiteY12" fmla="*/ 129601 h 139038"/>
              <a:gd name="connsiteX13" fmla="*/ 78956 w 139038"/>
              <a:gd name="connsiteY13" fmla="*/ 78956 h 139038"/>
              <a:gd name="connsiteX14" fmla="*/ 129601 w 139038"/>
              <a:gd name="connsiteY14" fmla="*/ 78956 h 139038"/>
              <a:gd name="connsiteX15" fmla="*/ 139038 w 139038"/>
              <a:gd name="connsiteY15" fmla="*/ 69519 h 139038"/>
              <a:gd name="connsiteX16" fmla="*/ 129601 w 139038"/>
              <a:gd name="connsiteY16" fmla="*/ 60082 h 139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8" h="139038">
                <a:moveTo>
                  <a:pt x="129601" y="60082"/>
                </a:moveTo>
                <a:lnTo>
                  <a:pt x="78956" y="60082"/>
                </a:lnTo>
                <a:lnTo>
                  <a:pt x="78956" y="9437"/>
                </a:lnTo>
                <a:cubicBezTo>
                  <a:pt x="78956" y="4225"/>
                  <a:pt x="74731" y="0"/>
                  <a:pt x="69519" y="0"/>
                </a:cubicBezTo>
                <a:cubicBezTo>
                  <a:pt x="64307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7"/>
                  <a:pt x="0" y="69519"/>
                </a:cubicBezTo>
                <a:cubicBezTo>
                  <a:pt x="0" y="74731"/>
                  <a:pt x="4225" y="78956"/>
                  <a:pt x="9437" y="78956"/>
                </a:cubicBezTo>
                <a:lnTo>
                  <a:pt x="60082" y="78956"/>
                </a:lnTo>
                <a:lnTo>
                  <a:pt x="60082" y="129601"/>
                </a:lnTo>
                <a:cubicBezTo>
                  <a:pt x="60082" y="134813"/>
                  <a:pt x="64307" y="139038"/>
                  <a:pt x="69519" y="139038"/>
                </a:cubicBezTo>
                <a:cubicBezTo>
                  <a:pt x="74731" y="139038"/>
                  <a:pt x="78956" y="134813"/>
                  <a:pt x="78956" y="129601"/>
                </a:cubicBezTo>
                <a:lnTo>
                  <a:pt x="78956" y="78956"/>
                </a:lnTo>
                <a:lnTo>
                  <a:pt x="129601" y="78956"/>
                </a:lnTo>
                <a:cubicBezTo>
                  <a:pt x="134813" y="78956"/>
                  <a:pt x="139038" y="74731"/>
                  <a:pt x="139038" y="69519"/>
                </a:cubicBezTo>
                <a:cubicBezTo>
                  <a:pt x="139038" y="64307"/>
                  <a:pt x="134813" y="60082"/>
                  <a:pt x="129601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16112" y="2141584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41794" y="2385465"/>
            <a:ext cx="127713" cy="127713"/>
          </a:xfrm>
          <a:custGeom>
            <a:avLst/>
            <a:gdLst>
              <a:gd name="connsiteX0" fmla="*/ 63857 w 127713"/>
              <a:gd name="connsiteY0" fmla="*/ 18874 h 127713"/>
              <a:gd name="connsiteX1" fmla="*/ 108839 w 127713"/>
              <a:gd name="connsiteY1" fmla="*/ 63857 h 127713"/>
              <a:gd name="connsiteX2" fmla="*/ 63857 w 127713"/>
              <a:gd name="connsiteY2" fmla="*/ 108839 h 127713"/>
              <a:gd name="connsiteX3" fmla="*/ 18874 w 127713"/>
              <a:gd name="connsiteY3" fmla="*/ 63857 h 127713"/>
              <a:gd name="connsiteX4" fmla="*/ 63857 w 127713"/>
              <a:gd name="connsiteY4" fmla="*/ 18874 h 127713"/>
              <a:gd name="connsiteX5" fmla="*/ 63857 w 127713"/>
              <a:gd name="connsiteY5" fmla="*/ 0 h 127713"/>
              <a:gd name="connsiteX6" fmla="*/ 0 w 127713"/>
              <a:gd name="connsiteY6" fmla="*/ 63857 h 127713"/>
              <a:gd name="connsiteX7" fmla="*/ 63857 w 127713"/>
              <a:gd name="connsiteY7" fmla="*/ 127713 h 127713"/>
              <a:gd name="connsiteX8" fmla="*/ 127713 w 127713"/>
              <a:gd name="connsiteY8" fmla="*/ 63857 h 127713"/>
              <a:gd name="connsiteX9" fmla="*/ 63857 w 127713"/>
              <a:gd name="connsiteY9" fmla="*/ 0 h 127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3" h="127713">
                <a:moveTo>
                  <a:pt x="63857" y="18874"/>
                </a:moveTo>
                <a:cubicBezTo>
                  <a:pt x="88700" y="18874"/>
                  <a:pt x="108839" y="39013"/>
                  <a:pt x="108839" y="63857"/>
                </a:cubicBezTo>
                <a:cubicBezTo>
                  <a:pt x="108839" y="88700"/>
                  <a:pt x="88700" y="108839"/>
                  <a:pt x="63857" y="108839"/>
                </a:cubicBezTo>
                <a:cubicBezTo>
                  <a:pt x="39013" y="108839"/>
                  <a:pt x="18874" y="88700"/>
                  <a:pt x="18874" y="63857"/>
                </a:cubicBezTo>
                <a:cubicBezTo>
                  <a:pt x="18898" y="39023"/>
                  <a:pt x="39023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3"/>
                  <a:pt x="63857" y="127713"/>
                </a:cubicBezTo>
                <a:cubicBezTo>
                  <a:pt x="99124" y="127713"/>
                  <a:pt x="127713" y="99124"/>
                  <a:pt x="127713" y="63857"/>
                </a:cubicBezTo>
                <a:cubicBezTo>
                  <a:pt x="127713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75145" y="348489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E69F247-AEEF-9F67-9A0C-84E02528A8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218" b="4"/>
          <a:stretch>
            <a:fillRect/>
          </a:stretch>
        </p:blipFill>
        <p:spPr>
          <a:xfrm>
            <a:off x="1083720" y="2513178"/>
            <a:ext cx="5528475" cy="40224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C832170-BB52-A2C2-B85E-71D843CB4C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395" y="1017917"/>
            <a:ext cx="5536605" cy="5324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0167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1B787A8-0D67-4B7E-9B48-86BD906AB6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5890" y="1114050"/>
            <a:ext cx="0" cy="5735637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4E94261F-1ED3-4E90-88E6-1347914400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152BBB-84AE-A97D-54A5-2F5E758EB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4028" y="590062"/>
            <a:ext cx="4280386" cy="283893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b="1" i="0" kern="1200" cap="all" baseline="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Tal </a:t>
            </a:r>
            <a:r>
              <a:rPr lang="en-US" sz="4000" b="1" i="0" kern="1200" cap="all" baseline="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Formatering</a:t>
            </a:r>
            <a:endParaRPr lang="en-US" sz="4000" b="1" i="0" kern="1200" cap="all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301262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7B051946-0113-A6E4-497E-EFC745FA91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040" y="5294322"/>
            <a:ext cx="8097281" cy="133969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3219DD0-DD59-D363-7BDE-8D29A51CA9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4414" y="121600"/>
            <a:ext cx="6908544" cy="5051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4318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Office">
      <a:dk1>
        <a:srgbClr val="000000"/>
      </a:dk1>
      <a:lt1>
        <a:srgbClr val="FFFFFF"/>
      </a:lt1>
      <a:dk2>
        <a:srgbClr val="281B10"/>
      </a:dk2>
      <a:lt2>
        <a:srgbClr val="FFF9F5"/>
      </a:lt2>
      <a:accent1>
        <a:srgbClr val="EE7661"/>
      </a:accent1>
      <a:accent2>
        <a:srgbClr val="4E91F0"/>
      </a:accent2>
      <a:accent3>
        <a:srgbClr val="5B5260"/>
      </a:accent3>
      <a:accent4>
        <a:srgbClr val="2CC3B4"/>
      </a:accent4>
      <a:accent5>
        <a:srgbClr val="C097F8"/>
      </a:accent5>
      <a:accent6>
        <a:srgbClr val="FF9514"/>
      </a:accent6>
      <a:hlink>
        <a:srgbClr val="E50CBC"/>
      </a:hlink>
      <a:folHlink>
        <a:srgbClr val="6257FF"/>
      </a:folHlink>
    </a:clrScheme>
    <a:fontScheme name="Univers">
      <a:majorFont>
        <a:latin typeface="Gill Sans Nova"/>
        <a:ea typeface=""/>
        <a:cs typeface=""/>
      </a:majorFont>
      <a:minorFont>
        <a:latin typeface="Gill Sans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radientVTI" id="{605F9078-86F9-4258-A3E1-F8EFF02AE8CC}" vid="{4848699B-BB01-41E3-9EC4-3D97DFE5292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</Words>
  <Application>Microsoft Office PowerPoint</Application>
  <PresentationFormat>Widescreen</PresentationFormat>
  <Paragraphs>15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Gill Sans Nova</vt:lpstr>
      <vt:lpstr>Univers</vt:lpstr>
      <vt:lpstr>GradientVTI</vt:lpstr>
      <vt:lpstr>Cobol:  Opg 10 og 11</vt:lpstr>
      <vt:lpstr>Agenda</vt:lpstr>
      <vt:lpstr>Opgave</vt:lpstr>
      <vt:lpstr>Stream flow</vt:lpstr>
      <vt:lpstr>Tal Formatering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Emil Nielsen Lemming</dc:creator>
  <cp:lastModifiedBy>Emil Nielsen Lemming</cp:lastModifiedBy>
  <cp:revision>2</cp:revision>
  <dcterms:created xsi:type="dcterms:W3CDTF">2025-11-24T07:27:30Z</dcterms:created>
  <dcterms:modified xsi:type="dcterms:W3CDTF">2025-11-24T09:30:11Z</dcterms:modified>
</cp:coreProperties>
</file>